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ptos Display"/>
              </a:defRPr>
            </a:pPr>
            <a:r>
              <a:t>GenAI Powered</a:t>
            </a:r>
            <a:br/>
            <a:r>
              <a:t>Data Analytics</a:t>
            </a:r>
          </a:p>
          <a:p>
            <a:pPr>
              <a:defRPr sz="2000">
                <a:solidFill>
                  <a:srgbClr val="BED7F0"/>
                </a:solidFill>
              </a:defRPr>
            </a:pPr>
            <a:r>
              <a:t>Summer Internship / Virtual Job Simulation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Tata iQ • Forage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1663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Ayush Shekhar | B.Tech CSE (Data Science) | Batch 2025–2029 | 1 Credit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D2DCE6"/>
                </a:solidFill>
              </a:defRPr>
            </a:pPr>
            <a:r>
              <a:t>Tata iQ • GenAI Powered Data Analytics • Ayush Shekhar    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8064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IILM University  •  University Roll No.: 25SCS1003002962  •  Completion: September 20,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2A4A"/>
                </a:solidFill>
                <a:latin typeface="Aptos Display"/>
              </a:defRPr>
            </a:pPr>
            <a:r>
              <a:t>1. Program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  <a:latin typeface="Aptos"/>
              </a:defRPr>
            </a:pPr>
            <a:r>
              <a:t>Self-paced Tata iQ GenAI Powered Data Analytics job simulation on Forage.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  <a:latin typeface="Aptos"/>
              </a:defRPr>
            </a:pPr>
            <a:r>
              <a:t>Simulated role: AI Transformation Consultant in a financial-services analytics team.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  <a:latin typeface="Aptos"/>
              </a:defRPr>
            </a:pPr>
            <a:r>
              <a:t>Business case: helping Geldium Finance understand and predict credit-card delinquency risk.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  <a:latin typeface="Aptos"/>
              </a:defRPr>
            </a:pPr>
            <a:r>
              <a:t>Core themes: EDA, data quality, predictive modeling, GenAI assistance and responsible AI.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36E"/>
                </a:solidFill>
              </a:defRPr>
            </a:pPr>
            <a:r>
              <a:t>Tata iQ • GenAI Powered Data Analytics • Ayush Shekhar 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2A4A"/>
                </a:solidFill>
                <a:latin typeface="Aptos Display"/>
              </a:defRPr>
            </a:pPr>
            <a:r>
              <a:t>2. Business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  <a:latin typeface="Aptos"/>
              </a:defRPr>
            </a:pPr>
            <a:r>
              <a:t>Geldium Finance observed increasing credit-card delinquency and wanted a more structured, data-driven approach.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  <a:latin typeface="Aptos"/>
              </a:defRPr>
            </a:pPr>
            <a:r>
              <a:t>Existing process relied on historical trends and manual case handling.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  <a:latin typeface="Aptos"/>
              </a:defRPr>
            </a:pPr>
            <a:r>
              <a:t>Goal: identify at-risk customers earlier and support targeted intervention strategies.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  <a:latin typeface="Aptos"/>
              </a:defRPr>
            </a:pPr>
            <a:r>
              <a:t>Risk assessment should remain fair, explainable and responsible.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36E"/>
                </a:solidFill>
              </a:defRPr>
            </a:pPr>
            <a:r>
              <a:t>Tata iQ • GenAI Powered Data Analytics • Ayush Shekhar 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2A4A"/>
                </a:solidFill>
                <a:latin typeface="Aptos Display"/>
              </a:defRPr>
            </a:pPr>
            <a:r>
              <a:t>3. Task 1 — EDA &amp; Risk Profiling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  <a:latin typeface="Aptos"/>
              </a:defRPr>
            </a:pPr>
            <a:r>
              <a:t>Understand dataset structure and key variables.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  <a:latin typeface="Aptos"/>
              </a:defRPr>
            </a:pPr>
            <a:r>
              <a:t>Identify missing, inconsistent or anomalous data before modeling.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  <a:latin typeface="Aptos"/>
              </a:defRPr>
            </a:pPr>
            <a:r>
              <a:t>Explore relationships between customer variables and delinquency.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  <a:latin typeface="Aptos"/>
              </a:defRPr>
            </a:pPr>
            <a:r>
              <a:t>Document early risk indicators and data-quality observations.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36E"/>
                </a:solidFill>
              </a:defRPr>
            </a:pPr>
            <a:r>
              <a:t>Tata iQ • GenAI Powered Data Analytics • Ayush Shekhar 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2A4A"/>
                </a:solidFill>
                <a:latin typeface="Aptos Display"/>
              </a:defRPr>
            </a:pPr>
            <a:r>
              <a:t>4. Data Quality &amp; Missing Values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  <a:latin typeface="Aptos"/>
              </a:defRPr>
            </a:pPr>
            <a:r>
              <a:t>Assess why data is missing before choosing a treatment.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  <a:latin typeface="Aptos"/>
              </a:defRPr>
            </a:pPr>
            <a:r>
              <a:t>Possible approaches: deletion, statistical imputation, predictive imputation and carefully validated synthetic data.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  <a:latin typeface="Aptos"/>
              </a:defRPr>
            </a:pPr>
            <a:r>
              <a:t>GenAI can help detect gaps and suggest strategies, but final choices require analytical validation.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  <a:latin typeface="Aptos"/>
              </a:defRPr>
            </a:pPr>
            <a:r>
              <a:t>Reliable data is a prerequisite for reliable predictive modeling.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36E"/>
                </a:solidFill>
              </a:defRPr>
            </a:pPr>
            <a:r>
              <a:t>Tata iQ • GenAI Powered Data Analytics • Ayush Shekhar 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2A4A"/>
                </a:solidFill>
                <a:latin typeface="Aptos Display"/>
              </a:defRPr>
            </a:pPr>
            <a:r>
              <a:t>5. Risk Factors Discussed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  <a:latin typeface="Aptos"/>
              </a:defRPr>
            </a:pPr>
            <a:r>
              <a:t>Payment history and previous missed/late payments.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  <a:latin typeface="Aptos"/>
              </a:defRPr>
            </a:pPr>
            <a:r>
              <a:t>Credit utilization and potential financial pressure.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  <a:latin typeface="Aptos"/>
              </a:defRPr>
            </a:pPr>
            <a:r>
              <a:t>Debt-to-income ratio and ability to manage obligations.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  <a:latin typeface="Aptos"/>
              </a:defRPr>
            </a:pPr>
            <a:r>
              <a:t>Recent credit activity plus employment/income stability.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  <a:latin typeface="Aptos"/>
              </a:defRPr>
            </a:pPr>
            <a:r>
              <a:t>Risk indicators should be investigated rather than treated as automatic causal conclusions.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36E"/>
                </a:solidFill>
              </a:defRPr>
            </a:pPr>
            <a:r>
              <a:t>Tata iQ • GenAI Powered Data Analytics • Ayush Shekhar 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2A4A"/>
                </a:solidFill>
                <a:latin typeface="Aptos Display"/>
              </a:defRPr>
            </a:pPr>
            <a:r>
              <a:t>6. Synthetic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  <a:latin typeface="Aptos"/>
              </a:defRPr>
            </a:pPr>
            <a:r>
              <a:t>Synthetic data can supplement limited or incomplete datasets.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  <a:latin typeface="Aptos"/>
              </a:defRPr>
            </a:pPr>
            <a:r>
              <a:t>It should mimic relevant real-world patterns without exposing real customer information.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  <a:latin typeface="Aptos"/>
              </a:defRPr>
            </a:pPr>
            <a:r>
              <a:t>Validate generated data against real-world distributions and statistical expectations.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  <a:latin typeface="Aptos"/>
              </a:defRPr>
            </a:pPr>
            <a:r>
              <a:t>Use synthetic data as a supplementary tool, especially in regulated financial contexts.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36E"/>
                </a:solidFill>
              </a:defRPr>
            </a:pPr>
            <a:r>
              <a:t>Tata iQ • GenAI Powered Data Analytics • Ayush Shekhar 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2A4A"/>
                </a:solidFill>
                <a:latin typeface="Aptos Display"/>
              </a:defRPr>
            </a:pPr>
            <a:r>
              <a:t>7. Task 2 — Predicting Delinquency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  <a:latin typeface="Aptos"/>
              </a:defRPr>
            </a:pPr>
            <a:r>
              <a:t>Move from exploration to predictive modeling.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  <a:latin typeface="Aptos"/>
              </a:defRPr>
            </a:pPr>
            <a:r>
              <a:t>Consider approaches such as logistic regression, decision trees and neural networks.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  <a:latin typeface="Aptos"/>
              </a:defRPr>
            </a:pPr>
            <a:r>
              <a:t>Use GenAI to assist with model logic, code drafting and interpretation.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  <a:latin typeface="Aptos"/>
              </a:defRPr>
            </a:pPr>
            <a:r>
              <a:t>Validate model outputs before using them to support decisions.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36E"/>
                </a:solidFill>
              </a:defRPr>
            </a:pPr>
            <a:r>
              <a:t>Tata iQ • GenAI Powered Data Analytics • Ayush Shekhar 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2A4A"/>
                </a:solidFill>
                <a:latin typeface="Aptos Display"/>
              </a:defRPr>
            </a:pPr>
            <a:r>
              <a:t>8. Evaluation &amp; Responsible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  <a:latin typeface="Aptos"/>
              </a:defRPr>
            </a:pPr>
            <a:r>
              <a:t>Use appropriate hold-out or cross-validation methods.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  <a:latin typeface="Aptos"/>
              </a:defRPr>
            </a:pPr>
            <a:r>
              <a:t>Assess classification performance beyond simple accuracy.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  <a:latin typeface="Aptos"/>
              </a:defRPr>
            </a:pPr>
            <a:r>
              <a:t>Check calibration, error patterns and subgroup performance where relevant.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  <a:latin typeface="Aptos"/>
              </a:defRPr>
            </a:pPr>
            <a:r>
              <a:t>Prioritize explainability, fairness, transparency and human oversight.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36E"/>
                </a:solidFill>
              </a:defRPr>
            </a:pPr>
            <a:r>
              <a:t>Tata iQ • GenAI Powered Data Analytics • Ayush Shekhar  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2A4A"/>
                </a:solidFill>
                <a:latin typeface="Aptos Display"/>
              </a:defRPr>
            </a:pPr>
            <a:r>
              <a:t>9. Skills Gained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  <a:latin typeface="Aptos"/>
              </a:defRPr>
            </a:pPr>
            <a:r>
              <a:t>Exploratory Data Analysis and data-quality assessment.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  <a:latin typeface="Aptos"/>
              </a:defRPr>
            </a:pPr>
            <a:r>
              <a:t>Predictive analytics, model selection and model-validation concepts.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  <a:latin typeface="Aptos"/>
              </a:defRPr>
            </a:pPr>
            <a:r>
              <a:t>GenAI-assisted analysis and prompt-based exploration.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  <a:latin typeface="Aptos"/>
              </a:defRPr>
            </a:pPr>
            <a:r>
              <a:t>Business communication, strategic thinking and responsible AI reasoning.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36E"/>
                </a:solidFill>
              </a:defRPr>
            </a:pPr>
            <a:r>
              <a:t>Tata iQ • GenAI Powered Data Analytics • Ayush Shekhar  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2A4A"/>
                </a:solidFill>
                <a:latin typeface="Aptos Display"/>
              </a:defRPr>
            </a:pPr>
            <a:r>
              <a:t>10.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  <a:latin typeface="Aptos"/>
              </a:defRPr>
            </a:pPr>
            <a:r>
              <a:t>The simulation provided an end-to-end view of a data/AI project in a financial-services setting.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  <a:latin typeface="Aptos"/>
              </a:defRPr>
            </a:pPr>
            <a:r>
              <a:t>Key learning: good modeling starts with reliable data and clear problem framing.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  <a:latin typeface="Aptos"/>
              </a:defRPr>
            </a:pPr>
            <a:r>
              <a:t>Future extension: implement the workflow in Python, perform quantitative EDA, train and compare models, and build a monitoring dashboard.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36E"/>
                </a:solidFill>
              </a:defRPr>
            </a:pPr>
            <a:r>
              <a:t>Tata iQ • GenAI Powered Data Analytics • Ayush Shekhar  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2A4A"/>
                </a:solidFill>
                <a:latin typeface="Aptos Display"/>
              </a:defRPr>
            </a:pPr>
            <a:r>
              <a:t>11. Evidence of Internship 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636E"/>
                </a:solidFill>
              </a:defRPr>
            </a:pPr>
            <a:r>
              <a:t>Selected screenshots from the supplied Forage learning path</a:t>
            </a:r>
          </a:p>
        </p:txBody>
      </p:sp>
      <p:pic>
        <p:nvPicPr>
          <p:cNvPr id="5" name="Picture 4" descr="Screenshot 2026-09-20 1911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54480"/>
            <a:ext cx="3429000" cy="4343400"/>
          </a:xfrm>
          <a:prstGeom prst="rect">
            <a:avLst/>
          </a:prstGeom>
        </p:spPr>
      </p:pic>
      <p:pic>
        <p:nvPicPr>
          <p:cNvPr id="6" name="Picture 5" descr="Screenshot 2026-09-20 19153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1554480"/>
            <a:ext cx="3429000" cy="4343400"/>
          </a:xfrm>
          <a:prstGeom prst="rect">
            <a:avLst/>
          </a:prstGeom>
        </p:spPr>
      </p:pic>
      <p:pic>
        <p:nvPicPr>
          <p:cNvPr id="7" name="Picture 6" descr="Screenshot 2026-09-20 19301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0" y="1554480"/>
            <a:ext cx="3429000" cy="4343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36E"/>
                </a:solidFill>
              </a:defRPr>
            </a:pPr>
            <a:r>
              <a:t>Tata iQ • GenAI Powered Data Analytics • Ayush Shekhar   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4884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4612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BED7F0"/>
                </a:solidFill>
              </a:defRPr>
            </a:pPr>
            <a:r>
              <a:t>GenAI Powered Data Analytics • Tata iQ / Forage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D2DCE6"/>
                </a:solidFill>
              </a:defRPr>
            </a:pPr>
            <a:r>
              <a:t>Tata iQ • GenAI Powered Data Analytics • Ayush Shekhar    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